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manager problem and three findings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manager with 44 selected records asks: what needs my decision, and can I trust the stored labels?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2743200" cy="342900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3429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89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'follow_up' is often overstated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09928"/>
            <a:ext cx="2468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calls carry the stored label follow_up. Only C03 ("Send the email and we can speak Monday or Tuesday.") and C07 (call on Monday) hold a dated next step. C10: "No. I said I will contact you if there is anything to discuss."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Shaped: label-vs-text conflict rule, Review queue screen.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246120" y="1325880"/>
            <a:ext cx="2743200" cy="342900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46120" y="1325880"/>
            <a:ext cx="64008" cy="3429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29000" y="1389888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Titles hide the relationship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3429000" y="1709928"/>
            <a:ext cx="24688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pattern 'X / SpendNest discussion' covers a partner (M01), a supplier where SpendNest is the buyer (M02, turn 31: "The basic setup begins at EUR 2,600"), a prospect (M03) and a customer (M04).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Shaped: route by transcript, not title. Routes partner_channel and internal_vendor_note exist because of this.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26480" y="1325880"/>
            <a:ext cx="2651760" cy="342900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126480" y="1325880"/>
            <a:ext cx="64008" cy="3429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309360" y="138988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Text covers only 18 of 44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6309360" y="1709928"/>
            <a:ext cx="237744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records have no usable text (20 background calls, silent or uncaptured meetings). The stored connection rate (11 of 30 calls, 36.7%) rests on labels: B11 and B14 are connected = true yet is_conversation = false.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Shaped: every headline shows its denominator; no analysis invented for silent records.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choices and what I left out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365760" y="91440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B65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screen answers: what needs attention, how much is covered, who did what.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342900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325880"/>
            <a:ext cx="64008" cy="342900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138988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screens do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1709928"/>
            <a:ext cx="384048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Dashboard: selected records, text coverage, people-needing-a-decision, routing counts, activity by person and source type (all activity is one IST date, so the date alone is not a useful filter).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 and source-type filters. Call reps and meeting organisers shown as different roles.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Inbox: source text with numbered turns, analysis with verified passages, a route editor that separates suggestion from manual decision.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queue, Manager brief for 21 Aug, Import &amp; replay, Export.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17720" y="1325880"/>
            <a:ext cx="4160520" cy="342900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617720" y="1325880"/>
            <a:ext cx="64008" cy="342900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00600" y="138988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Deliberately left out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4800600" y="1709928"/>
            <a:ext cx="3886200" cy="297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value, deal outcomes, account links: the data does not establish them.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Summed durations or talk ratios: source says not to treat them as verified.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rep ranking: the sample is hand-picked, not representative.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AI calls and login: not required, and keys would be a risk.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charts: one activity chart plus tables with definitions is easier to audit.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Routing and folder design, plus one difficult case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02336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3749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69848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and export tree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89888"/>
            <a:ext cx="3749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Routes: coaching, deal_next_steps, customer_followup, partner_channel, internal_vendor_note, human_review, no_analysis.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export/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manifest.json + manifest.csv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routes/&lt;route&gt;/&lt;ref&gt;__&lt;type&gt;_&lt;id8&gt;.md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intake/intake_log.csv (no-text records)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daily/2026-08-21_manager_brief.md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daily/..._activity_by_person.csv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record with two routes gets one file per route, each listing the other path. The folder is rebuilt on every export, so a changed route removes the old file.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26280" y="1005840"/>
            <a:ext cx="425196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26280" y="1005840"/>
            <a:ext cx="64008" cy="3749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09160" y="1069848"/>
            <a:ext cx="3977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 case: M04 (Cedarwave)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709160" y="1389888"/>
            <a:ext cx="39776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customer, card programme closing: turn 4 "The plan is to close the old programme in the coming weeks". Replacement stays prepaid (turn 10). Customer: "moving from prepaid to credit is the main issue for us" (turn 11).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is neither pure support nor pure sales: retention risk and a possible bank-credit-card expansion. SpendNest could not confirm feasibility (turn 23) and the feed would not show available limit (turn 25).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Decision: two routes, customer_followup and deal_next_steps, with a manual override available. Not 'needs human' because owners are stated.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 checked a number and a conclusion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3749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number: 17 becomes 18, 44 stays 44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89888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Counted text-bearing records straight from the two JSON files with a separate script, then compared with the app: 17 usable texts after revision 1, 18 after revision 2, 44 unique (source_type, source_id) throughout.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replay (initial, repeat shuffled, manual route on M07, update, old batch again, restart) is automated: python cli.py replay writes replay_log.md.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automated tests, including: older revision never overwrites newer, manual route survives, repeat export leaves one active copy.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005840"/>
            <a:ext cx="64008" cy="3749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0698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conclusion: M04 is a retention risk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389888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Traced to turns 4, 10, 11, 23, 25 of the supplied transcript. The Inbox shows each passage with a green check that is computed live: the quote must be found at that turn in the current source text.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test_evidence_quotes_exist_in_source verifies all 55 evidence passages across the 18 analyses, so an updated transcript that no longer contains a quote is flagged.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 not establish: that the customer will leave, or that the bank-card feed is feasible.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F2A44"/>
          </a:solidFill>
          <a:ln w="12700">
            <a:solidFill>
              <a:srgbClr val="1F2A4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365760" y="9144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Trade-offs, rejected decision, AI use, limitations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411480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005840"/>
            <a:ext cx="64008" cy="374904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1069848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Rejected: route from stored labels and titles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1389888"/>
            <a:ext cx="38404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Alternative: use observed_outcome (follow_up, referred) and title keywords to auto-route everything, and refresh analysis automatically when text changes.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Rejected because Finding 1 and 2 show labels and titles disagree with the text (C10, C02, M02).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 accepted: more records land in human review (4 today) and analysis for new text is marked stale until a person reviews it. Product choice: Review queue + analysis freshness flag.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617720" y="1005840"/>
            <a:ext cx="4160520" cy="3749040"/>
          </a:xfrm>
          <a:prstGeom prst="rect">
            <a:avLst/>
          </a:prstGeom>
          <a:solidFill>
            <a:srgbClr val="F3F6F9"/>
          </a:solidFill>
          <a:ln w="9525">
            <a:solidFill>
              <a:srgbClr val="D5DCE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005840"/>
            <a:ext cx="64008" cy="3749040"/>
          </a:xfrm>
          <a:prstGeom prst="rect">
            <a:avLst/>
          </a:prstGeom>
          <a:solidFill>
            <a:srgbClr val="0E7C86"/>
          </a:solidFill>
          <a:ln w="12700">
            <a:solidFill>
              <a:srgbClr val="0E7C8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800600" y="1069848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use, limits, next steps</a:t>
            </a:r>
            <a:endParaRPr lang="en-US" sz="125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389888"/>
            <a:ext cx="38862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helped read the 18 texts and draft analyses; I checked every quoted passage against the source. The 18 analyses are pre-generated; counts, routing, imports, corrections and exports are computed by the app. No model runs at runtime.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Limits: state is one JSON file (resets if the host restarts); only the 18 supplied texts are analysed; new text always needs a person.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runtime analysis with human approval, a real database, an audit trail of corrections. Time spent: see README.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Revenue Intelligence Inbox - findings and decisions</dc:title>
  <dc:subject>PptxGenJS Presentation</dc:subject>
  <dc:creator>PptxGenJS</dc:creator>
  <cp:lastModifiedBy>PptxGenJS</cp:lastModifiedBy>
  <cp:revision>1</cp:revision>
  <dcterms:created xsi:type="dcterms:W3CDTF">2026-10-23T10:39:02Z</dcterms:created>
  <dcterms:modified xsi:type="dcterms:W3CDTF">2026-10-23T10:39:02Z</dcterms:modified>
</cp:coreProperties>
</file>